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18288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ProcuAsist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 Legal para Abogados Argentinos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tus tareas en portales judiciales de la Provincia de Buenos Aires y Nacion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062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para Google Chrome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repetitivo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0" y="13716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usuario y clave cada vez que la sesion expira (cada 15-20 minutos)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40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manual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240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causa por causa para ver si hay movimientos nuevos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10896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108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organizacion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3108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forma rapida de acceder a las causas que mas importan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97764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977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perdido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3977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semanales en tareas mecanicas que no agregan valor al cliente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solucion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extension de Chrome que se integra directamente en los portales judiciales y automatiza las tareas repetitivas del dia a dia.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60320" cy="1188720"/>
          </a:xfrm>
          <a:prstGeom prst="rect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77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Auto-login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los portales sin escribir credenciales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2194560"/>
            <a:ext cx="2560320" cy="1188720"/>
          </a:xfrm>
          <a:prstGeom prst="rect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3774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activa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65760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la sesion viva y reconecta si expira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09360" y="2194560"/>
            <a:ext cx="2560320" cy="1188720"/>
          </a:xfrm>
          <a:prstGeom prst="rect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774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9224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avisa cuando hay movimientos nuevos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3566160"/>
            <a:ext cx="2560320" cy="1188720"/>
          </a:xfrm>
          <a:prstGeom prst="rect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4904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2296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expedientes en PDF con un click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474720" y="3566160"/>
            <a:ext cx="2560320" cy="1188720"/>
          </a:xfrm>
          <a:prstGeom prst="rect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74904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6908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365760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rapido a las causas que importan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309360" y="3566160"/>
            <a:ext cx="2560320" cy="1188720"/>
          </a:xfrm>
          <a:prstGeom prst="rect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749040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649224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datos sincronizados entre dispositivos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Funcionalidades principales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4416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Auto-login inteligente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51560" y="1554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la pagina de login, completa credenciales y entra automaticamente. Funciona en MEV, PJN y SCBA.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4416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5780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 y reconexion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257800" y="1554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las sesiones activas en segundo plano. Si expira, se reconecta y vuelve a la pagina donde estabas.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5856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causas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051560" y="2468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tus causas periodicamente y te envia notificaciones Chrome cuando detecta movimientos nuevos.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258568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5780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Generacion de PDF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257800" y="2468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expedientes completos a PDF: caratula, juzgado, movimientos y fechas. Un click, descarga directa.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72968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rapidos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1051560" y="3383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causas como favoritos para acceder sin buscar. Busca por numero, caratula o juzgado.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172968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5780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Sincronizacion en la nube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5257800" y="3383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marcadores, monitores y configuracion se sincronizan entre computadoras via Supabase.</a:t>
            </a:r>
            <a:endParaRPr lang="en-US" sz="11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087368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5156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1400" dirty="0"/>
          </a:p>
        </p:txBody>
      </p:sp>
      <p:sp>
        <p:nvSpPr>
          <p:cNvPr id="24" name="Text 15"/>
          <p:cNvSpPr/>
          <p:nvPr/>
        </p:nvSpPr>
        <p:spPr>
          <a:xfrm>
            <a:off x="1051560" y="4297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oscuro para la extension y las paginas de los portales. Menos fatiga visual en jornadas largas.</a:t>
            </a:r>
            <a:endParaRPr lang="en-US" sz="11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087368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25780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</a:t>
            </a:r>
            <a:endParaRPr lang="en-US" sz="1400" dirty="0"/>
          </a:p>
        </p:txBody>
      </p:sp>
      <p:sp>
        <p:nvSpPr>
          <p:cNvPr id="27" name="Text 17"/>
          <p:cNvSpPr/>
          <p:nvPr/>
        </p:nvSpPr>
        <p:spPr>
          <a:xfrm>
            <a:off x="5257800" y="4297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encriptadas con AES-256-GCM. Protegidas con PIN personal. Nunca salen de tu computadora.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Portales soportados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463040"/>
            <a:ext cx="109728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031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de Entradas Virtual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Suprema Corte de Buenos Aires  |  mev.scba.gov.ar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874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Auto-login, extraccion de causas, monitoreo de movimientos, generacion de PDF, descarga de adjuntos, seleccion de departamento judicial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651760"/>
            <a:ext cx="109728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51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PJN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0312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Judicial de la Nacion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03120" y="2834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Justicia Nacional y Federal  |  eje.jus.gov.ar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30632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Auto-login, extraccion de causas, monitoreo de movimientos, keep-alive de sesion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840480"/>
            <a:ext cx="109728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840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SCBA Notif.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0312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SCBA Notificaciones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10312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Suprema Corte de Buenos Aires  |  notificaciones.scba.gov.ar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42519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Importacion de notificaciones al panel lateral, acceso rapido desde marcadores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de tus credenciales es nuestra prioridad. Todo se encripta localmente.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931920" cy="1143000"/>
          </a:xfrm>
          <a:prstGeom prst="rect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cifrado que usan los bancos. Tus credenciales se encriptan en tu computadora.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2011680"/>
            <a:ext cx="3931920" cy="1143000"/>
          </a:xfrm>
          <a:prstGeom prst="rect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2402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personal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7492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vos podes desencriptar tus datos. El PIN nunca se almacena.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383280"/>
            <a:ext cx="3931920" cy="1143000"/>
          </a:xfrm>
          <a:prstGeom prst="rect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118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con Google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68680" y="3977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seguro sin crear otra cuenta ni recordar otra clave.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46320" y="3383280"/>
            <a:ext cx="3931920" cy="1143000"/>
          </a:xfrm>
          <a:prstGeom prst="rect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6118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7784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locales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074920" y="3977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credenciales nunca salen de tu computadora. Solo marcadores y config se sincronizan.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554480"/>
            <a:ext cx="2057400" cy="6400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marcadores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monitor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PDFs/mes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128016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28016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794760" y="1554480"/>
            <a:ext cx="205740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15544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Junior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20440" y="2377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$8.900/mes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94760" y="292608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marcadores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monitores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PDFs/mes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 Free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prioritario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28016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75120" y="1554480"/>
            <a:ext cx="20574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15544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Senior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377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$15.275/mes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292608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marcadores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monitores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ilimitados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 Junior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estudios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seguro via MercadoPago. Tarjeta, transferencia, Rapipago, Pago Facil.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tecnologico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786384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7863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WXT 0.20 (Manifest V3)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moderno para extensiones Chrome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057400"/>
            <a:ext cx="78638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57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5.9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2057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reactiva con tipado estricto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7863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468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rapido y consistente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880360"/>
            <a:ext cx="78638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PostgreSQL + Edge Functions + RLS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60320" y="3291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MercadoPago API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3291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Preferences para suscripciones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703320"/>
            <a:ext cx="78638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60320" y="3703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Crypto API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+ AES-256-GCM nativo del navegador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114800"/>
            <a:ext cx="7863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60320" y="4114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4114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Generacion de PDFs del lado del cliente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60320" y="4526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+ chrome.storage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local-first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187452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3533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la extension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645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el .zip y cargalo en Chrome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1560" y="260604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0848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sesion con Google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377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click, sin crear cuentas nuevas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51560" y="333756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816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tu PIN y credenciales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108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encriptan localmente en tu PC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3611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51560" y="406908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35478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 a un portal judicial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3840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ProcuAsist te logea automaticamente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4480" y="42793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con el panel lateral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4572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Marcadores, monitores, PDFs, alertas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futuro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508760"/>
            <a:ext cx="8229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087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13716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automatizados, mejora de UI, optimizacion de performance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240280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377440"/>
            <a:ext cx="8229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377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22402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portales: CABA, Santa Fe, Cordoba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08960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3246120"/>
            <a:ext cx="8229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246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11680" y="31089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analisis de expedientes y resumen automatico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977640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114800"/>
            <a:ext cx="8229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1148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11680" y="39776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 en Chrome Web Store, app mobile companion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8288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ProcuAsist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copiloto legal en los portales judiciales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200400" y="356616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Automatiza. Organiza. Monitorea.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github.com/blancoilari/procu-asist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ProcuAsist - Copiloto Legal para Abogados</dc:title>
  <dc:subject>PptxGenJS Presentation</dc:subject>
  <dc:creator>ProcuAsist</dc:creator>
  <cp:lastModifiedBy>ProcuAsist</cp:lastModifiedBy>
  <cp:revision>1</cp:revision>
  <dcterms:created xsi:type="dcterms:W3CDTF">2026-04-01T13:11:19Z</dcterms:created>
  <dcterms:modified xsi:type="dcterms:W3CDTF">2026-04-01T13:11:19Z</dcterms:modified>
</cp:coreProperties>
</file>